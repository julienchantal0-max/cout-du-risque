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Réduction du coût du risque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Objectif : -10% à -20%</a:t>
            </a:r>
          </a:p>
          <a:p>
            <a:pPr/>
            <a:r>
              <a:t>Approche : anticipation + allocation intelligente</a:t>
            </a:r>
          </a:p>
          <a:p>
            <a:pPr/>
            <a:r>
              <a:t>Focus : rentabilité ajustée du risque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Constat clé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Provisions = majorité du coût</a:t>
            </a:r>
          </a:p>
          <a:p>
            <a:pPr/>
            <a:r>
              <a:t>Migrations Stage 1 → Stage 2 critiques</a:t>
            </a:r>
          </a:p>
          <a:p>
            <a:pPr/>
            <a:r>
              <a:t>Clients non rentables = forte consommation de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stratégique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 pas subir le risque</a:t>
            </a:r>
          </a:p>
          <a:p>
            <a:pPr/>
            <a:r>
              <a:t>Piloter le portefeuille activement</a:t>
            </a:r>
          </a:p>
          <a:p>
            <a:pPr/>
            <a:r>
              <a:t>Concentrer les ressources sur le business rentable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Levier 1 – Early Warning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Scoring dynamique mensuel</a:t>
            </a:r>
          </a:p>
          <a:p>
            <a:pPr/>
            <a:r>
              <a:t>Détection des signaux faibles</a:t>
            </a:r>
          </a:p>
          <a:p>
            <a:pPr/>
            <a:r>
              <a:t>Alertes automatisées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Levier 2 – Action proactive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Contact client rapide</a:t>
            </a:r>
          </a:p>
          <a:p>
            <a:pPr/>
            <a:r>
              <a:t>Rééchelonnement / solutions adaptées</a:t>
            </a:r>
          </a:p>
          <a:p>
            <a:pPr/>
            <a:r>
              <a:t>Limiter les défauts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Levier 3 – Réduction d’exposition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Stop nouveaux crédits risqués</a:t>
            </a:r>
          </a:p>
          <a:p>
            <a:pPr/>
            <a:r>
              <a:t>Réduction des plafonds</a:t>
            </a:r>
          </a:p>
          <a:p>
            <a:pPr/>
            <a:r>
              <a:t>Renforcement des garanties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Levier 4 – Industrialisation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Automatisation des tâches</a:t>
            </a:r>
          </a:p>
          <a:p>
            <a:pPr/>
            <a:r>
              <a:t>Centralisation du traitement</a:t>
            </a:r>
          </a:p>
          <a:p>
            <a:pPr/>
            <a:r>
              <a:t>Réduction des coûts opérationnels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Levier 5 – Focus rentable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Priorisation clients premium</a:t>
            </a:r>
          </a:p>
          <a:p>
            <a:pPr/>
            <a:r>
              <a:t>Allocation du temps optimisée</a:t>
            </a:r>
          </a:p>
          <a:p>
            <a:pPr/>
            <a:r>
              <a:t>Développement ciblé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attendu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-20% migrations risquées</a:t>
            </a:r>
          </a:p>
          <a:p>
            <a:pPr/>
            <a:r>
              <a:t>-10 à -15% défauts</a:t>
            </a:r>
          </a:p>
          <a:p>
            <a:pPr/>
            <a:r>
              <a:t>-10 à -20% coût du risque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Anticiper</a:t>
            </a:r>
          </a:p>
          <a:p>
            <a:pPr/>
            <a:r>
              <a:t>Réduire</a:t>
            </a:r>
          </a:p>
          <a:p>
            <a:pPr/>
            <a:r>
              <a:t>Réallouer</a:t>
            </a:r>
          </a:p>
          <a:p>
            <a:pPr/>
            <a:r>
              <a:t>→ Performance durable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